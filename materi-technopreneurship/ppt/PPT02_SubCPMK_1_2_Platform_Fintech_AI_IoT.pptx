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B2A"/>
                </a:solidFill>
                <a:latin typeface="Calibri"/>
              </a:rPr>
              <a:t>MATA KULIAH TECHNOPRENEURSHIP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Peran Teknologi dalam Bisnis:
Platform, Fintech, AI, dan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EF2"/>
                </a:solidFill>
                <a:latin typeface="Calibri"/>
              </a:rPr>
              <a:t>Presentasi 2 · Sub-CPMK 1.2 · Level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EF2"/>
                </a:solidFill>
                <a:latin typeface="Calibri"/>
              </a:rPr>
              <a:t>S1 Bisnis Digital — Semester 3
Referensi poros: Sulistyandari (Penerbit Adab)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Capaian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CPMK-1 dan Sub-CPMK 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CPMK-1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Mahasiswa mampu menjelaskan konsep dasar entrepreneurship, technopreneurship, dan ekosistem bisnis digital Indonesia.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106424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B2A"/>
                </a:solidFill>
                <a:latin typeface="Calibri"/>
              </a:rPr>
              <a:t>Sub-CPMK 1.2 (fokus pertemuan ini)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Menjelaskan peran teknologi (AI, IoT, fintech, platform) dalam bisnis.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Setelah kuliah ini, mahasiswa dapat: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1) menjelaskan empat jenis teknologi dengan contoh sehari-hari,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2) membedakan teknologi sebagai alat vs inti solusi,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3) memilih teknologi yang relevan untuk sebuah masalah bisnis (bukan karena tren).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Agenda Pertemuan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Dari prinsip ke praktik memilih teknologi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05840" cy="50292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32588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417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Prinsip: teknologi sebagai enabler, bukan tujuan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005840" cy="5029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05740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148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Platform — tempat bertemunya banyak pihak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88920"/>
            <a:ext cx="1005840" cy="50292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78892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2880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Fintech — memudahkan transaksi &amp; pencatatan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1005840" cy="5029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52044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AI — rekomendasi, otomasi, pengenalan pola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1005840" cy="50292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25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25196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IoT — perangkat fisik yang mengirim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05840" cy="5029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98348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Cek pemahaman + aktivitas pemilihan teknologi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Pemantik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Teknologi sudah ada di HP Anda setiap hari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Sebutkan aplikasi di HP Anda yang paling sering dipakai. Kelompokkan bersama.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14884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Transportasi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Ojek, peta, tiket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834640"/>
            <a:ext cx="214884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31089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Belanja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0233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Marketplace, toko online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834640"/>
            <a:ext cx="214884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31089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Pembayaran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40233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E-wallet, QRIS, transfer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834640"/>
            <a:ext cx="214884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1089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Konten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0233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Video, sosial media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834640"/>
            <a:ext cx="214884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31089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Produktivitas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40233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Catatan, drive, chat kerja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Prinsip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Kita bukan belajar jadi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9669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2C4C"/>
                </a:solidFill>
                <a:latin typeface="Calibri"/>
              </a:rPr>
              <a:t>Kita belajar memilih teknologi
yang menyelesaikan masalah pelanggan.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474720"/>
            <a:ext cx="8138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Teknologi = alat (enabler)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Keunggulan utama = pemahaman pengguna + model bisnis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Jangan pilih AI/IoT hanya karena “lagi tren”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1.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Tempat bertemunya dua sisi atau lebih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Platform menghubungkan pihak yang saling membutuhkan: penjual–pembeli, driver–penumpang, pemilik kos–pencari kos, dan seterusnya.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6118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361188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Nilai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Jaringan pengguna: semakin banyak pihak, semakin menarik platformnya.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017520"/>
            <a:ext cx="36118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017520"/>
            <a:ext cx="361188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Contoh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Gojek, Tokopedia, marketplace jasa, platform booking.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017520"/>
            <a:ext cx="36118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3017520"/>
            <a:ext cx="361188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2918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4C"/>
                </a:solidFill>
                <a:latin typeface="Calibri"/>
              </a:rPr>
              <a:t>Untuk mahasiswa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8862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Tanya: apakah ide saya perlu mempertemukan dua sisi pasar?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Efek jaringan (sederhana)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Kenapa platform besar sulit digeser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C4C"/>
                </a:solidFill>
                <a:latin typeface="Calibri"/>
              </a:rPr>
              <a:t>Sedikit pengguna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Platform masih sepi; nilai belum terasa.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06040"/>
            <a:ext cx="640080" cy="64008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C4C"/>
                </a:solidFill>
                <a:latin typeface="Calibri"/>
              </a:rPr>
              <a:t>Pengguna bertambah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Penjual/driver/pembeli saling menarik.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20440"/>
            <a:ext cx="640080" cy="64008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66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C4C"/>
                </a:solidFill>
                <a:latin typeface="Calibri"/>
              </a:rPr>
              <a:t>Nilai naik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862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Lebih banyak pilihan, lebih cepat transaksi.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34840"/>
            <a:ext cx="640080" cy="64008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C4C"/>
                </a:solidFill>
                <a:latin typeface="Calibri"/>
              </a:rPr>
              <a:t>Semakin menarik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006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Pengguna baru datang karena jaringan sudah besar.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2.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Teknologi untuk jasa keuangan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Fintech membantu pembayaran, pinjaman, e-wallet, QRIS, transfer, dan pencatatan keuangan menjadi lebih cepat serta mudah diakses.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Pembayaran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QRIS, e-wallet, payment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Pinjaman/kredit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23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Skoring &amp; penyaluran digital (kenalkan konsep)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Pencatatan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Mutasi otomatis, rekonsiliasi sederhana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926080"/>
            <a:ext cx="2743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Manfaat bisnis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4023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Transaksi lancar → kepercayaan naik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Fintech untuk bisnis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Bukan hanya “punya e-wallet”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Tanpa fintech yang baik: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Pembayaran ribet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Catatan omzet berantakan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Pelanggan ragu 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429768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Dengan fintech yang tepat: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Bayar cepat (QRIS/gateway)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Data transaksi lebih rapi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Proses usaha lebih terpercaya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3. AI (Artificial Intelligence) — versi pemula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Komputer membantu mengenali pola &amp; mengotomatisasi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AI membantu sistem mengenali pola, memberi rekomendasi, atau mengotomatisasi tugas berulang—supaya keputusan/layanan lebih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611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3611880" cy="7315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Chatbot layanan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Menjawab pertanyaan pelanggan 24 jam untuk pertanyaan rutin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926080"/>
            <a:ext cx="3611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926080"/>
            <a:ext cx="3611880" cy="7315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Rekomendasi produk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31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Menyarankan barang yang relevan berdasarkan perilaku pengguna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26080"/>
            <a:ext cx="3611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926080"/>
            <a:ext cx="3611880" cy="7315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Deteksi fraud sederhana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931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Menandai transaksi mencurigakan untuk dicek lebih lanjut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Peringatan penting tentang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Jangan karena tren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332720" cy="411480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97B2A"/>
                </a:solidFill>
                <a:latin typeface="Calibri"/>
              </a:rPr>
              <a:t>Sebelum bilang “kita pakai AI”, tanya dulu: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26080"/>
            <a:ext cx="8138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1. Masalah apa yang diselesaikan?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2. Apakah ada cara lebih sederhana?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3. Apakah data &amp; proses kita sudah cukup rapi?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Seringkali WhatsApp + spreadsheet + formulir sudah cukup untuk MVP awal.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4. IoT (Internet of Things) — versi pemula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Perangkat fisik terhubung internet dan mengirim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IoT menghubungkan benda nyata (sensor, alat, mesin) ke internet supaya datanya bisa dipantau dan dipakai untuk keputusan bisnis.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611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3611880" cy="73152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Sensor stok/suhu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Pantau kondisi gudang atau produk sensitif secara berkala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926080"/>
            <a:ext cx="3611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926080"/>
            <a:ext cx="3611880" cy="73152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Pelacak pengiriman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31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Ketahui posisi barang untuk layanan pelanggan lebih baik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26080"/>
            <a:ext cx="36118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926080"/>
            <a:ext cx="3611880" cy="73152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Monitoring sederhana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9319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Alat/mesin mengirim status “normal/bermasalah”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Empat teknologi dalam satu pandangan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Pilih sesuai masalah, bukan karena kata keren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Teknologi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Peran dalam bisnis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Contoh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Mempertemukan banyak pihak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Marketplace, ride-hailing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Fintech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Memudahkan uang &amp; catatan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QRIS, e-wallet, 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Pola, rekomendasi, otomasi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Chatbot, rekomendasi produk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IoT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Calibri"/>
              </a:rPr>
              <a:t>Data dari dunia fisik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66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Calibri"/>
              </a:rPr>
              <a:t>Sensor, pelacak,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Cara memilih teknologi (untuk pemula)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Urutan berpikir yang aman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914400" cy="9144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Masalah &amp; pengguna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Siapa sakitnya? Seberapa sering?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914400" cy="9144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057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Solusi paling sederhana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Manual / form / WA dulu jika cukup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74519"/>
            <a:ext cx="914400" cy="91440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057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Solusi digital dasar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Web sederhana, katalog, pembayaran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554480"/>
            <a:ext cx="2743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95560" y="1874519"/>
            <a:ext cx="914400" cy="91440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2057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4C"/>
                </a:solidFill>
                <a:latin typeface="Calibri"/>
              </a:rPr>
              <a:t>Teknologi lanjutan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570"/>
                </a:solidFill>
                <a:latin typeface="Calibri"/>
              </a:rPr>
              <a:t>AI/IoT/platform hanya jika benar-benar perlu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Cek pemahaman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Pasangkan masalah dengan teknologi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1731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Ingin mempertemukan penjual UMKM dan pembeli kampus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Jawaban: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670048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Ingin pelanggan bayar cepat tanpa antre kasir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17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Jawaban: Fintech (QRIS/gateway)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11064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858768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502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94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Ingin menjawab FAQ pelanggan otomatis malam hari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06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Jawaban: AI (chatbot)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11064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38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983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Ingin pantau suhu kulkas toko dari jarak jauh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94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Jawaban: IoT (sensor)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Aktivitas kelas (±35 menit)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Kelompok: pilih teknologi yang tepat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Pilih 1 masalah dari pertemuan sebelumnya, lalu isi tabel berikut: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47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057400" cy="6400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Masalah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2057400" cy="182880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301752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Isi di sini…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2011680"/>
            <a:ext cx="2057400" cy="6400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59" y="21031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Pengguna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39" y="2788920"/>
            <a:ext cx="2057400" cy="182880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301752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Isi di sini…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011680"/>
            <a:ext cx="2057400" cy="6400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1031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Solusi non-teknologi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788920"/>
            <a:ext cx="2057400" cy="182880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Isi di sini…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2011680"/>
            <a:ext cx="2057400" cy="6400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21031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Solusi digital sederhana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59" y="2788920"/>
            <a:ext cx="2057400" cy="182880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9" y="301752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Isi di sini…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19" y="2011680"/>
            <a:ext cx="2057400" cy="640080"/>
          </a:xfrm>
          <a:prstGeom prst="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1031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Teknologi lanjutan (opsional)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19" y="2788920"/>
            <a:ext cx="2057400" cy="182880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301752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Isi di sini…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C4C"/>
                </a:solidFill>
                <a:latin typeface="Calibri"/>
              </a:rPr>
              <a:t>Presentasi cepat 1 menit per kelompok: fokus alasan memilih teknologi.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Ringkasan Sub-CPMK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Empat kalimat kunci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Mempertemukan banyak pihak dan tumbuh lewat jaringan.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2588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6459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Fintech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240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Memperlancar pembayaran, pinjaman, dan pencatatan.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31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26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Membantu pola, rekomendasi, dan otomasi tugas.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61188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3931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526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Mengambil data dari perangkat fisik untuk keputusan bisnis.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Tugas, referensi &amp;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Persiapan ideasi (Sub-CPMK 2.1)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B2A"/>
                </a:solidFill>
                <a:latin typeface="Calibri"/>
              </a:rPr>
              <a:t>Tugas / persiapan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Bawa daftar 10 masalah di sekitar Anda (boleh gabungan tugas lama).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Untuk 3 masalah terbaik, tulis: pengguna + solusi paling sederhana + apakah perlu AI/IoT/platform/fintech.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1064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Referensi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• Sulistyandari. Technopreneurship: Membangun Bisnis Berbasis Teknologi. Penerbit Adab.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• Naskah kelas: materi-technopreneurship/naskah/P04_teknologi_untuk_bisnis.md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• Pesan penutup: Teknologi = alat. Pilih yang menyelesaikan masalah.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