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7B2A"/>
                </a:solidFill>
                <a:latin typeface="Calibri"/>
              </a:rPr>
              <a:t>TECHNOPRENEURSHIP — PERTEMUAN AWAL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Mengenal Siapa Entrepreneur,
Technopreneur, dan Pelaku Bisnis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E6EEF2"/>
                </a:solidFill>
                <a:latin typeface="Calibri"/>
              </a:rPr>
              <a:t>Bahasa sederhana · Siap dipraktikkan · Untuk mahasiswa baru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6EEF2"/>
                </a:solidFill>
                <a:latin typeface="Calibri"/>
              </a:rPr>
              <a:t>S1 Bisnis Digital Semester 3 · Sub-CPMK 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Apa yang akan kita kuasai hari ini?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Jangan khawatir dengan istilah asing—kita bedah pelan-pelan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4C"/>
                </a:solidFill>
                <a:latin typeface="Calibri"/>
              </a:rPr>
              <a:t>Di akhir pertemuan, Anda bisa: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1. Menjelaskan tiga istilah itu dengan kata-kata sendiri (bukan hafalan kaku).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2. Memberi contoh dari kehidupan sehari-hari di kampus atau rumah.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3. Menilai sebuah usaha: “Ini baru jualan biasa, atau sudah pakai teknologi sebagai inti?”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C1C1C"/>
                </a:solidFill>
                <a:latin typeface="Calibri"/>
              </a:rPr>
              <a:t>Intinya: kita belajar melihat peluang dengan mata manusia, bukan dengan bahasa mesin.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Alur belajar kita hari ini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Dari cerita → pengertian → latihan → tugas kecil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2743200" cy="3931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20" y="1920240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2C4C"/>
                </a:solidFill>
                <a:latin typeface="Calibri"/>
              </a:rPr>
              <a:t>Cerita singkat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Kenapa tiga istilah ini sering tertukar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54480"/>
            <a:ext cx="2743200" cy="3931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1920240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200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2C4C"/>
                </a:solidFill>
                <a:latin typeface="Calibri"/>
              </a:rPr>
              <a:t>Kenalan 3 tokoh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114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Entrepreneur, technopreneur, bisnis digital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554480"/>
            <a:ext cx="2743200" cy="3931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69480" y="1920240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200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2C4C"/>
                </a:solidFill>
                <a:latin typeface="Calibri"/>
              </a:rPr>
              <a:t>Bandingkan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Tabel sederhana + contoh Indonesia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554480"/>
            <a:ext cx="2743200" cy="3931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95560" y="1920240"/>
            <a:ext cx="914400" cy="91440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5560" y="21031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200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F2C4C"/>
                </a:solidFill>
                <a:latin typeface="Calibri"/>
              </a:rPr>
              <a:t>Latihan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11480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A6570"/>
                </a:solidFill>
                <a:latin typeface="Calibri"/>
              </a:rPr>
              <a:t>Coba bedakan usaha di sekitar kampus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Mulai dari yang dekat: masalah orang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Usaha yang baik lahir dari kepedulian, bukan dari kata-kata rumit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28016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Bayangkan teman Anda antre 30 menit di kantin. Itu bukan “data”. Itu orang yang lelah dan lapar.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35661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4C"/>
                </a:solidFill>
                <a:latin typeface="Calibri"/>
              </a:rPr>
              <a:t>Ada yang kesulitan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Siapa yang mengeluh? Kapan?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017520"/>
            <a:ext cx="35661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291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4C"/>
                </a:solidFill>
                <a:latin typeface="Calibri"/>
              </a:rPr>
              <a:t>Kita peduli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Maukah kita bantu?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566160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291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4C"/>
                </a:solidFill>
                <a:latin typeface="Calibri"/>
              </a:rPr>
              <a:t>Baru pikir solusi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023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Baru kemudian pikir teknologi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Siapa itu entrepreneur?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Orang yang berani mengubah keluhan menjadi peluang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Calibri"/>
              </a:rPr>
              <a:t>Sederhananya: entrepreneur adalah orang yang melihat ada kebutuhan, lalu mencoba membuat solusi, mengelola apa yang dia punya, dan memberi manfaat bagi orang lain.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54864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Dia lihat peluang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“Orang butuh ini, tapi belum ada yang bantu dengan baik.”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017520"/>
            <a:ext cx="54864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3200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Dia berani mencoba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611879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Tidak menunggu sempurna. Mulai dari yang mampu dilakukan.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54864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Dia atur sumber daya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Waktu, tenaga, uang kecil, teman—dipakai dengan cerdas.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4434840"/>
            <a:ext cx="548640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4617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6B6B"/>
                </a:solidFill>
                <a:latin typeface="Calibri"/>
              </a:rPr>
              <a:t>Dia ciptakan manfaat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50292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Orang terbantu; dia juga mendapat imbalan yang wajar.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Contoh yang mudah dibayangkan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Warung makan di dekat kos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713232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Cerita singkat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6583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Ibu warung sering mendengar: “Bu, bisa diantar? Hujan deras.”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Dia lalu menawarkan antar untuk tetangga sekitar.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Pelanggan lega. Omzet ibu naik sedikit.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Dia boleh pakai WhatsApp untuk terima pesanan.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Apakah dia entrepreneur? Ya.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Apakah otomatis technopreneur? Belum tentu—karena inti usahanya tetap masakan dan layanan antar, bukan teknologi.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371600"/>
            <a:ext cx="3657600" cy="438912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1031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7B2A"/>
                </a:solidFill>
                <a:latin typeface="Calibri"/>
              </a:rPr>
              <a:t>Yang perlu diingat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83464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Pakai HP untuk jualan belum tentu berarti Anda sudah jadi technopreneur. Yang penting: apa yang benar-benar menjadi jantung usaha Anda?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Lalu, siapa technopreneur?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Entrepreneur yang menaruh teknologi di pusat solusinya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C1C"/>
                </a:solidFill>
                <a:latin typeface="Calibri"/>
              </a:rPr>
              <a:t>Kalau entrepreneur fokus “menolong lewat usaha”, technopreneur fokus “menolong lewat usaha yang jantungnya teknologi”.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539496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B04A2F"/>
                </a:solidFill>
                <a:latin typeface="Calibri"/>
              </a:rPr>
              <a:t>Belum termasuk, kalau…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Hanya pindah daftar menu ke WhatsApp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Hanya buka akun marketplace tanpa inovasi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Teknologi cuma alat chat biasa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017520"/>
            <a:ext cx="539496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F7D4F"/>
                </a:solidFill>
                <a:latin typeface="Calibri"/>
              </a:rPr>
              <a:t>Sudah mengarah technopreneur, kalau…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9476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Buat sistem antrean kantin biar lebih adil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Buat pencatatan kasir yang rapi di cloud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C1C1C"/>
                </a:solidFill>
                <a:latin typeface="Calibri"/>
              </a:rPr>
              <a:t>• Tanpa teknologi itu, solusinya tidak jalan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Contoh technopreneur yang dekat dengan kampus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Teknologi bukan hiasan—tanpa itu, solusi gugur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11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611880" cy="9144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Sistem antrean kantin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3154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Mahasiswa ambil nomor lewat HP. Antri lebih tertib. Intinya: sistem digitalnya.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63040"/>
            <a:ext cx="3611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463040"/>
            <a:ext cx="3611880" cy="9144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645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Kasir sederhana untuk UMKM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3154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Pemilik toko catat stok &amp; penjualan di satu tempat yang bisa dibuka kapan saja.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6118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463040"/>
            <a:ext cx="3611880" cy="91440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45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Pantau tanaman + layanan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651760"/>
            <a:ext cx="3154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Alat sensor kirim info ke HP petani/penyewa. Tanpa sensor, layanan tidak 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Apa itu bisnis 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Usaha yang hidup utamanya di ruang online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C1C1C"/>
                </a:solidFill>
                <a:latin typeface="Calibri"/>
              </a:rPr>
              <a:t>Bisnis digital berarti pelanggan mengenal, membeli, memakai, atau membayar Anda lewat jalur digital: aplikasi, web, media sosial, marketplace, dan sejenisnya.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27432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6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Bertemu pelanggan online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Chat, konten, toko online, aplikasi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3017520"/>
            <a:ext cx="27432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3246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Belajar dari perilaku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40233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Apa yang sering diklik/dibeli?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3017520"/>
            <a:ext cx="27432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246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Saluran digital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233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IG, TikTok, web, marketplace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3017520"/>
            <a:ext cx="27432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3246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Cara dapat uang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0233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Transfer, QRIS, langganan, komisi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Ketiganya saling berhubungan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Jangan anggap tiga dunia yang terpisah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554480"/>
            <a:ext cx="978408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5A6570"/>
                </a:solidFill>
                <a:latin typeface="Calibri"/>
              </a:rPr>
              <a:t>Di kelas ini, kita berlatih menjadi: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8869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F2C4C"/>
                </a:solidFill>
                <a:latin typeface="Calibri"/>
              </a:rPr>
              <a:t>Technopreneur di dunia bisnis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65760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• Hati entrepreneur: peduli pada masalah orang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• Cara technopreneur: teknologi jadi jantung solusi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• Arena bisnis digital: bertemu &amp; bertransaksi secara online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Tabel pembeda yang bisa Anda pakai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Simpan ini di catatan HP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0881360" cy="64008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Pertanyaan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4992" y="15087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Entrepreneur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16752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Technopreneur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150876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Bisnis digital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03120"/>
            <a:ext cx="10881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C4C"/>
                </a:solidFill>
                <a:latin typeface="Calibri"/>
              </a:rPr>
              <a:t>Apa yang dijual?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233172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Produk/jasa apa saja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23317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Solusi yang hinggap di teknologi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233172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Nilai yang hidup di online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200400"/>
            <a:ext cx="10881360" cy="1051560"/>
          </a:xfrm>
          <a:prstGeom prst="rect">
            <a:avLst/>
          </a:prstGeom>
          <a:solidFill>
            <a:srgbClr val="E6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29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C4C"/>
                </a:solidFill>
                <a:latin typeface="Calibri"/>
              </a:rPr>
              <a:t>Teknologi di mana?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342900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Boleh pendukung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16752" y="3429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Harus jadi inti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342900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Sangat penting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97679"/>
            <a:ext cx="10881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26279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C4C"/>
                </a:solidFill>
                <a:latin typeface="Calibri"/>
              </a:rPr>
              <a:t>Contoh dekat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4526279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Laundry, katering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16752" y="4526279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App antrean, kasir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9952" y="4526279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1C1C"/>
                </a:solidFill>
                <a:latin typeface="Calibri"/>
              </a:rPr>
              <a:t>Toko online, platform booking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Belajar dari cerita Indonesia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Bukan untuk ditiru skalanya—tapi cara berpikirnya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1280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Gojek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Orang susah panggil ojek tepat waktu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Dibantu lewat aplikasi yang mempertemukan penumpang &amp; driver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2194560" cy="1280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Tokopedia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063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Jual-beli jarak jauh ribet &amp; kurang percaya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Dibantu lewat pasar online yang menampung banyak toko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9768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297680"/>
            <a:ext cx="2194560" cy="1280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7091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Traveloka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Calibri"/>
              </a:rPr>
              <a:t>Booking perjalanan memakan waktu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4983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Dibantu lewat satu tempat membandingkan &amp; memesan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Pesan hangat untuk pemula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Anda tidak harus langsung “jadi unicorn”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9966960" cy="384048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28600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Yang kita tiru adalah kepedulian
dan cara berpikirnya.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84048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E6EEF2"/>
                </a:solidFill>
                <a:latin typeface="Calibri"/>
              </a:rPr>
              <a:t>Lihat masalah orang → tawarkan bantuan → jika perlu, pakai teknologi → pastikan cara dapat uangnya masuk akal.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Coba jawab bersama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Latihan singkat—tidak ada yang salah untuk belajar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1064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45919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54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Laundry hanya terima order lewat WhatsApp. Apakah otomatis technopreneur?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574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Biasanya belum. Itu digitalisasi ringan.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80360"/>
            <a:ext cx="11064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3200400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08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Ada aplikasi pantau tanaman + layanan sensor berbayar. Technopreneur?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6118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Arahnya ya—teknologi jadi jantung layanan.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34840"/>
            <a:ext cx="11064240" cy="137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754879"/>
            <a:ext cx="640080" cy="640080"/>
          </a:xfrm>
          <a:prstGeom prst="round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C4C"/>
                </a:solidFill>
                <a:latin typeface="Calibri"/>
              </a:rPr>
              <a:t>Toko baju yang utamanya jualan di marketplace + konten. Bisnis digital?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166359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Arah jawaban: Ya—hidup usahanya di ruang online.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Latihan berpasangan (±35 menit)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Praktik kecil yang bisa langsung dikerjakan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914400" cy="82296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1371600"/>
            <a:ext cx="96926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55448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Pilih 1 usaha offline di sekitar kampus (warung, fotokopi, laundry, dll.).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914400" cy="82296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004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2468880"/>
            <a:ext cx="96926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265176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Ceritakan versi technopreneur-nya: teknologi apa yang benar-benar jadi inti bantuan?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914400" cy="82296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566160"/>
            <a:ext cx="96926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749039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Ceritakan versi bisnis digital-nya: di mana bertemu pelanggan online &amp; bagaimana dibayar?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63440"/>
            <a:ext cx="914400" cy="822960"/>
          </a:xfrm>
          <a:prstGeom prst="round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64607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83080" y="4663440"/>
            <a:ext cx="96926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57400" y="484632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Sampaikan ke kelas dalam 2 menit—seperti cerita ke teman, bukan baca kamus.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Simpulan singkat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Bawa pulang tiga kalimat 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64592" cy="1280160"/>
          </a:xfrm>
          <a:prstGeom prst="rect">
            <a:avLst/>
          </a:prstGeom>
          <a:solidFill>
            <a:srgbClr val="D97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002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Entrepreneur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5740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Orang yang mengubah keluhan menjadi peluang dan manfaat.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3464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164592" cy="1280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Technopreneur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Entrepreneur yang menaruh teknologi di pusat solusinya.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11064240" cy="1280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97680"/>
            <a:ext cx="164592" cy="128016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2628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C4C"/>
                </a:solidFill>
                <a:latin typeface="Calibri"/>
              </a:rPr>
              <a:t>Bisnis digital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6570"/>
                </a:solidFill>
                <a:latin typeface="Calibri"/>
              </a:rPr>
              <a:t>Usaha yang hidup utamanya lewat jalur dan ruang online.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Tugas kecil untuk rumah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Latihan melihat dengan mata manusia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64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C4C"/>
                </a:solidFill>
                <a:latin typeface="Calibri"/>
              </a:rPr>
              <a:t>Pilih 1 startup Indonesia. Tulis 5 kalimat seperti bercerita: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1. Orang apa yang dibantu?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2. Kesulitan apa yang mereka rasakan?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3. Bantuan apa yang ditawarkan?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4. Teknologi apa yang membuat bantuan itu mungkin?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C1C1C"/>
                </a:solidFill>
                <a:latin typeface="Calibri"/>
              </a:rPr>
              <a:t>5. Bagaimana mereka mendapat penghasilan?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Kumpulkan di LMS. Panjang tidak perlu—yang penting jernih.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F2C4C"/>
                </a:solidFill>
                <a:latin typeface="Calibri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570"/>
                </a:solidFill>
                <a:latin typeface="Calibri"/>
              </a:rPr>
              <a:t>Sampai jumpa di pertemuan berikutnya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645920"/>
            <a:ext cx="9966960" cy="3840480"/>
          </a:xfrm>
          <a:prstGeom prst="round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28600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Bedakan dulu istilahnya.
Baru bangun idenya.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31920"/>
            <a:ext cx="8869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6EEF2"/>
                </a:solidFill>
                <a:latin typeface="Calibri"/>
              </a:rPr>
              <a:t>Berikutnya: kita bahas teknologi sehari-hari (platform, pembayaran digital, AI, IoT) dengan bahasa yang sama sederhananya.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A6570"/>
                </a:solidFill>
                <a:latin typeface="Calibri"/>
              </a:rPr>
              <a:t>Technopreneurship · Bisnis Digital Sem 3 · Sub-CPMK 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446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570"/>
                </a:solidFill>
                <a:latin typeface="Calibri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