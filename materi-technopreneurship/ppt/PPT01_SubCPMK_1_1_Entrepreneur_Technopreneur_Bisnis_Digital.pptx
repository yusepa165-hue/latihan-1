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B2A"/>
                </a:solidFill>
                <a:latin typeface="Calibri"/>
              </a:rPr>
              <a:t>MATA KULIAH TECHNOPRENEURSHIP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Membedakan Entrepreneur,
Technopreneur, dan Bisnis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EF2"/>
                </a:solidFill>
                <a:latin typeface="Calibri"/>
              </a:rPr>
              <a:t>Presentasi 1 · Sub-CPMK 1.1 · Level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EF2"/>
                </a:solidFill>
                <a:latin typeface="Calibri"/>
              </a:rPr>
              <a:t>S1 Bisnis Digital — Semester 3
Referensi poros: Sulistyandari (Penerbit Adab)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Capaian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CPMK-1 dan Sub-CPMK 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B"/>
                </a:solidFill>
                <a:latin typeface="Calibri"/>
              </a:rPr>
              <a:t>CPMK-1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Mahasiswa mampu menjelaskan konsep dasar entrepreneurship, technopreneurship, dan ekosistem bisnis digital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1064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B2A"/>
                </a:solidFill>
                <a:latin typeface="Calibri"/>
              </a:rPr>
              <a:t>Sub-CPMK 1.1 (fokus pertemuan 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4C"/>
                </a:solidFill>
                <a:latin typeface="Calibri"/>
              </a:rPr>
              <a:t>Membedakan entrepreneur, technopreneur, dan bisnis digital.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Setelah kuliah ini, mahasiswa dapat: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1) menjelaskan ketiga konsep dengan bahasa sendiri,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2) memberi contoh konkret untuk masing-masing,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570"/>
                </a:solidFill>
                <a:latin typeface="Calibri"/>
              </a:rPr>
              <a:t>3) menilai apakah suatu usaha termasuk digitalisasi ringan, technopreneur, atau bisnis digital.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Agenda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Urutan belajar dari dasar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32588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Mengapa tiga istilah ini sering tertukar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05740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Apa itu entrepreneur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62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78892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880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Apa itu technopreneur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52044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Apa itu bisnis digital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1005840" cy="50292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25196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Tabel pembeda + contoh Indonesia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05840" cy="5029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983480"/>
            <a:ext cx="9601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Cek pemahaman + aktivitas + tugas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Ingat dulu: usaha dimulai dari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Pijakan sebelum membedakan istilah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1887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Jangan mulai dari “ingin jual aplikasi”. Mulai dari: masalah siapa yang ingin diselesaikan?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566160" cy="109728"/>
          </a:xfrm>
          <a:prstGeom prst="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Masalah nyata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Ada keluhan yang berulang di sekitar kita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9260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26080"/>
            <a:ext cx="356616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Pengguna jelas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Kita tahu siapa yang mengalami masalah itu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926080"/>
            <a:ext cx="356616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Solusi bisa diuji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86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Bisa dicoba sederhana sebelum dibuat besar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1. Entrepreneur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Pelaku usaha yang menciptakan nilai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C1C1C"/>
                </a:solidFill>
                <a:latin typeface="Calibri"/>
              </a:rPr>
              <a:t>Entrepreneur adalah orang yang mengidentifikasi peluang, berani mengambil risiko wajar, mengelola sumber daya, dan menciptakan nilai melalui produk atau jasa.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54864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Melihat peluang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Menemukan kebutuhan yang belum terlayani dengan baik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017520"/>
            <a:ext cx="54864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Mengambil risiko wajar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Berani mencoba, tetapi tetap memperhitungkan sumber daya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54864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Mengelola sumber daya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Orang, waktu, uang, dan jaringan dipakai secara terarah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434840"/>
            <a:ext cx="54864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Menciptakan nilai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9834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Hasilnya bermanfaat bagi pelanggan dan menghasilkan imbalan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Contoh entrepreneur (sederhana)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Teknologi boleh ada, tetapi belum harus jadi inti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7132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4C"/>
                </a:solidFill>
                <a:latin typeface="Calibri"/>
              </a:rPr>
              <a:t>Kasus warung makan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Masalah: tetangga sering minta antar karena hujan/sibuk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Tindakan: pemilik warung menambah layanan antar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Nilai: pelanggan lebih mudah makan, omzet naik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Teknologi: bisa pakai WhatsApp, tetapi inti usahanya tetap makanan &amp; layanan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Kesimpulan: ini entrepreneur. Digitalisasi ringan belum otomatis menjadikan seseorang technopreneur.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657600" cy="438912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B2A"/>
                </a:solidFill>
                <a:latin typeface="Calibri"/>
              </a:rPr>
              <a:t>Inti pesan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Entrepreneur fokus pada peluang dan nilai. Teknologi bersifat pilihan pendukung, bukan syarat mutlak.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2. Technopreneur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Entrepreneur yang menjadikan teknologi sebagai inti nilai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Technopreneur adalah entrepreneur yang memakai teknologi sebagai unsur utama dalam menciptakan produk, layanan, proses, atau model bisnis—bukan sekadar “pakai HP untuk jualan”.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4A2F"/>
                </a:solidFill>
                <a:latin typeface="Calibri"/>
              </a:rPr>
              <a:t>Bukan technopreneur jika…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Hanya memindahkan katalog ke WhatsApp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Hanya punya akun marketplace tanpa inovasi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Teknologi hanya alat komunikasi biasa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3949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7D4F"/>
                </a:solidFill>
                <a:latin typeface="Calibri"/>
              </a:rPr>
              <a:t>Termasuk technopreneur jika…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3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Membangun app antrian kampus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Membuat sistem kasir cloud untuk UMKM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Teknologi menjadi inti solusi yang ditawarkan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Contoh technopreneur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Teknologi = tulang punggung solusi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App antrian kampus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Masalah antre lama di kantin/administrasi diselesaikan dengan sistem digital antrian.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1188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Kasir cloud UMKM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Pencatatan stok &amp; penjualan digabung dalam sistem yang bisa diakses kapan saja.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1188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Sensor + langganan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Monitoring tanaman/alat memakai IoT + model langganan data/layanan.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3. Bisnis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Usaha yang menghasilkan nilai melalui ruang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C"/>
                </a:solidFill>
                <a:latin typeface="Calibri"/>
              </a:rPr>
              <a:t>Bisnis digital adalah kegiatan usaha yang menciptakan nilai melalui kanal, produk, atau proses digital: platform, e-commerce, konten, SaaS, marketplace, dan sejenisnya.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27432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Pelanggan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Interaksi &amp; transaksi lewat kanal digital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017520"/>
            <a:ext cx="27432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Data &amp;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Keputusan dibantu data perilaku pengguna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017520"/>
            <a:ext cx="27432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Kanal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Media sosial, web, app,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3017520"/>
            <a:ext cx="27432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Monetisasi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4114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Langganan, komisi, iklan, transaksi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Bagaimana ketiga konsep saling terkait?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Jangan dipandang sebagai tiga dunia terpisah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183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570"/>
                </a:solidFill>
                <a:latin typeface="Calibri"/>
              </a:rPr>
              <a:t>Di kelas ini kita berlatih menjadi: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C4C"/>
                </a:solidFill>
                <a:latin typeface="Calibri"/>
              </a:rPr>
              <a:t>Technopreneur di ranah Bisnis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56616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Pola pikir entrepreneur: lihat masalah &amp; peluang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Cara technopreneur: teknologinya inti solusi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Arena bisnis digital: pelanggan, kanal, dan monetisasi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Tabel pembeda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Pakai ini saat menilai sebuah usaha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Aspek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Entrepreneur umum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Technopreneur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150876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Pelaku bisnis digital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0881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C4C"/>
                </a:solidFill>
                <a:latin typeface="Calibri"/>
              </a:rPr>
              <a:t>Inti nilai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77439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Produk/jasa apa saja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77439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Solusi berbasis teknologi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377439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Nilai lewat ruang digital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0881360" cy="1051560"/>
          </a:xfrm>
          <a:prstGeom prst="rect">
            <a:avLst/>
          </a:prstGeom>
          <a:solidFill>
            <a:srgbClr val="E6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C4C"/>
                </a:solidFill>
                <a:latin typeface="Calibri"/>
              </a:rPr>
              <a:t>Peran teknologi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747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Boleh pendukung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47472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Wajib inti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47472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Sangat sentral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79"/>
            <a:ext cx="10881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1999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C4C"/>
                </a:solidFill>
                <a:latin typeface="Calibri"/>
              </a:rPr>
              <a:t>Contoh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71999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Laundry, katering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571999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App IoT pertanian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571999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Calibri"/>
              </a:rPr>
              <a:t>Toko online, platform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Belajar dari kasus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Masalah → solusi → teknologi → model bisnis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03120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Gojek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Masalah ojek pangkalan sulit dipanggil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574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Solusi: platform on-demand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103120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Tokopedia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632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Masalah jual-beli jarak jauh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204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Solusi: marketplace digital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2103120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Traveloka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262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Masalah booking perjalanan rumit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9834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Solusi: agregator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Pesan penting untuk pemula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Hindari mitos “langsung sukses”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9966960" cy="3840480"/>
          </a:xfrm>
          <a:prstGeom prst="round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Yang kita tiru bukan skalanya,
tetapi logika berpikirnya.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6EEF2"/>
                </a:solidFill>
                <a:latin typeface="Calibri"/>
              </a:rPr>
              <a:t>Masalah nyata → solusi relevan → teknologi yang tepat → model bisnis yang masuk akal.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Cek pemahaman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Angkat tangan / jawab singkat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19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Laundry hanya pakai WhatsApp untuk order. Apakah otomatis technopreneur?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57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Kunci: Umumnya belum — baru digitalisasi ringan.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00400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Aplikasi monitoring tanaman + langganan sensor. Technopreneur?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11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Kunci: Ya — teknologi menjadi inti nilai.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754879"/>
            <a:ext cx="640080" cy="640080"/>
          </a:xfrm>
          <a:prstGeom prst="round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4C"/>
                </a:solidFill>
                <a:latin typeface="Calibri"/>
              </a:rPr>
              <a:t>Toko fashion yang jual utama lewat marketplace + konten digital. Bisnis digital?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6635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Kunci: Ya — nilai utamanya di ruang digital.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Aktivitas kelas (±35 menit)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Kerja berpasangan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7160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600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Tuliskan 1 usaha offline di sekitar kampus.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46888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69748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Bayangkan versi technopreneur-nya: teknologi apa yang jadi inti solusi?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56616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79476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Bayangkan versi bisnis digital-nya: kanal &amp; cara dapat uang secara digital apa?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914400" cy="8229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4663440"/>
            <a:ext cx="96926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89204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Calibri"/>
              </a:rPr>
              <a:t>Presentasikan singkat (2 menit) — 3 pasangan maju.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Ringkasan Sub-CPMK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Tiga kalimat yang wajib diingat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64592" cy="1280160"/>
          </a:xfrm>
          <a:prstGeom prst="rect">
            <a:avLst/>
          </a:prstGeom>
          <a:solidFill>
            <a:srgbClr val="D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Entrepreneur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Melihat peluang dan menciptakan nilai; teknologi boleh pendukung.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64592" cy="1280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Technopreneur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Entrepreneur yang menjadikan teknologi sebagai inti solusi.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64592" cy="12801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Bisnis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Usaha yang menghasilkan nilai utama melalui ruang digital.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Tugas rumah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Persiapan pertemuan berikutnya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4C"/>
                </a:solidFill>
                <a:latin typeface="Calibri"/>
              </a:rPr>
              <a:t>Cari 1 startup Indonesia, lalu tulis 5 kalimat: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1. Masalah apa yang diselesaikan?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2. Solusinya apa?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3. Teknologi apa yang dipakai?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4. Siapa penggunanya?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5. Bagaimana cara mendapatkan uang?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Kumpulkan di LMS sebelum pertemuan berikutnya.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4C"/>
                </a:solidFill>
                <a:latin typeface="Calibri"/>
              </a:rPr>
              <a:t>Referensi &amp;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0"/>
                </a:solidFill>
                <a:latin typeface="Calibri"/>
              </a:rPr>
              <a:t>Sumber penyusunan materi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Utama: Sulistyandari. Technopreneurship: Membangun Bisnis Berbasis Teknologi. Penerbit Adab.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64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Naskah kelas: materi-technopreneurship/naskah/P02_konsep_dasar.md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1064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Berikutnya (Sub-CPMK 1.2): peran teknologi AI, IoT, fintech, dan platform dalam bisnis.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C4C"/>
                </a:solidFill>
                <a:latin typeface="Calibri"/>
              </a:rPr>
              <a:t>Bedakan dulu istilahnya. Baru bangun idenya.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0"/>
                </a:solidFill>
                <a:latin typeface="Calibri"/>
              </a:rPr>
              <a:t>Technopreneurship · S1 Bisnis Digital Sem 3 · Sub-CPMK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570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